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72" autoAdjust="0"/>
    <p:restoredTop sz="94660"/>
  </p:normalViewPr>
  <p:slideViewPr>
    <p:cSldViewPr snapToGrid="0">
      <p:cViewPr>
        <p:scale>
          <a:sx n="69" d="100"/>
          <a:sy n="69" d="100"/>
        </p:scale>
        <p:origin x="444" y="7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A6BEE-D206-00E5-0324-FFF28F4506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FE16CC-CC53-3C8C-8735-A316740638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D5B538-1613-C6E7-2CAC-97FCA90EA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6F3D2-9B2B-48D0-BF67-52408FCE0350}" type="datetimeFigureOut">
              <a:rPr lang="en-US" smtClean="0"/>
              <a:t>5/17/2024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2E5546-154E-A106-B95E-CB920F72A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B541E1-A55B-8F64-B540-CE76E1C93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02320-3D6E-4530-B270-9663C0046F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41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12E30-6A1C-AF00-7BBB-221A4B507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EEB6A-B237-4524-DB52-88D57E2F61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4F0DE0-F594-275C-23C7-CFF9A9BEA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6F3D2-9B2B-48D0-BF67-52408FCE0350}" type="datetimeFigureOut">
              <a:rPr lang="en-US" smtClean="0"/>
              <a:t>5/17/2024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9B3CBC-0C7D-3FEE-3085-97824CCC1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0DBF7D-D767-D5B7-C864-E6DAC9AFB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02320-3D6E-4530-B270-9663C0046F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775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7FA08-42BF-2631-BEC1-61D7D2C5B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09AD6F-7728-3318-9152-37633AAFFE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7B3239-085D-BE27-E114-9C709ADD5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6F3D2-9B2B-48D0-BF67-52408FCE0350}" type="datetimeFigureOut">
              <a:rPr lang="en-US" smtClean="0"/>
              <a:t>5/17/2024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51A454-363F-A3EF-AB34-68AF2999B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B74248-BBEE-E25E-868D-6E4EBD02C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02320-3D6E-4530-B270-9663C0046F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411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B2A2E-9AD6-4485-6736-1A9B30820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9FE668-941D-9A14-FAA8-521A22034B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F19C6C-A3B7-2245-605E-67425598A8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ADA154-C5E4-BC0E-5969-F1FD544BA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6F3D2-9B2B-48D0-BF67-52408FCE0350}" type="datetimeFigureOut">
              <a:rPr lang="en-US" smtClean="0"/>
              <a:t>5/17/2024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81A5B0-A701-C538-279F-6783323F4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8FF42E-9145-23E6-28B7-EA84392A5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02320-3D6E-4530-B270-9663C0046F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254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C90D4-1533-0811-D19F-1266DE362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3220FF-5AF7-2FB7-4E9E-C980428439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3E2DC6-2A12-C66D-61A0-1FB9A5369B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38E6DD-8E29-1195-9847-84ACA1E3AC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300084-0B4F-0931-0E9E-D07B22922F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800B1-177B-B366-BF01-80615EB6F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6F3D2-9B2B-48D0-BF67-52408FCE0350}" type="datetimeFigureOut">
              <a:rPr lang="en-US" smtClean="0"/>
              <a:t>5/17/2024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C62F80-6E33-0400-7B7A-61F51640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EA99A6-D2C5-DE17-C738-8ED9A9CC6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02320-3D6E-4530-B270-9663C0046F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530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404AF-1B9D-35A2-1980-5FE38C5E0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904B82-5120-46D4-BDB2-0E1E3BBCD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6F3D2-9B2B-48D0-BF67-52408FCE0350}" type="datetimeFigureOut">
              <a:rPr lang="en-US" smtClean="0"/>
              <a:t>5/17/2024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D8A632-192D-E5D8-0B2F-51287480E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F2A3A2-E88E-8343-4F02-EC6E036A2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02320-3D6E-4530-B270-9663C0046F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267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3D5355-8127-ED2E-2F4D-66CF1E915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6F3D2-9B2B-48D0-BF67-52408FCE0350}" type="datetimeFigureOut">
              <a:rPr lang="en-US" smtClean="0"/>
              <a:t>5/17/2024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7E91C6-8B14-FFF1-DA2B-C80AA39AB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814FDD-F8CC-D014-A1E1-FCBA3FCC2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02320-3D6E-4530-B270-9663C0046F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689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4DFA5-6DE0-9C50-B36B-5A5017FF5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56DE3B-14EC-EE00-A9FC-0DD4A1D7ED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A4A539-BB02-1BC4-BE16-3CA8934A0E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E19922-BBE4-BC49-764C-6EB7CDA4D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6F3D2-9B2B-48D0-BF67-52408FCE0350}" type="datetimeFigureOut">
              <a:rPr lang="en-US" smtClean="0"/>
              <a:t>5/17/2024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C83CF5-1BC8-C05B-FB0B-E728EE9EC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347674-E147-04CA-42B7-BBFBD2395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02320-3D6E-4530-B270-9663C0046F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17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CE1E9-0E52-2EA2-6481-CEAC012DA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407C42-F7F7-5AE2-0D76-D3E9D9729E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5235FB-A831-7809-7FA5-9501CA7459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EA1F4C-8C91-F10C-AAE1-223107DFC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6F3D2-9B2B-48D0-BF67-52408FCE0350}" type="datetimeFigureOut">
              <a:rPr lang="en-US" smtClean="0"/>
              <a:t>5/17/2024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82E547-8418-D06F-0531-12A7FF302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3FD4BC-5298-51A4-5E73-30BC1BAC3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02320-3D6E-4530-B270-9663C0046F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308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BE3F-0200-2E91-ABE2-3D86CB3A7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408831-B126-FB7F-2863-B566093B5E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E704FF-C143-25C3-3514-797769449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6F3D2-9B2B-48D0-BF67-52408FCE0350}" type="datetimeFigureOut">
              <a:rPr lang="en-US" smtClean="0"/>
              <a:t>5/17/2024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AFBBF9-A733-7A88-AA80-ED3832A17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CF6007-C172-2905-E698-EB1F89868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02320-3D6E-4530-B270-9663C0046F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512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31C007-573E-6999-343C-BAD325FF6B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4CC801-7051-23A0-C98C-1085B26A9B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8938FE-A0AB-64D8-2198-8FFD223AE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6F3D2-9B2B-48D0-BF67-52408FCE0350}" type="datetimeFigureOut">
              <a:rPr lang="en-US" smtClean="0"/>
              <a:t>5/17/2024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88F59-2E26-0149-20BC-1CE7C1506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1A0F3F-EBAB-44B9-DDD6-422815393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02320-3D6E-4530-B270-9663C0046F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144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721D36-7E31-7DF5-5771-696155506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E02967-C73C-6966-82EA-BFF21A8618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87C60E-71C3-8C36-7763-7730D1E766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C6F3D2-9B2B-48D0-BF67-52408FCE0350}" type="datetimeFigureOut">
              <a:rPr lang="en-US" smtClean="0"/>
              <a:t>5/17/2024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D44618-21FC-E31E-EE75-7E802148A0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2EB999-F60E-7C94-6CB8-A207D4393C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302320-3D6E-4530-B270-9663C0046F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757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" name="Group 164">
            <a:extLst>
              <a:ext uri="{FF2B5EF4-FFF2-40B4-BE49-F238E27FC236}">
                <a16:creationId xmlns:a16="http://schemas.microsoft.com/office/drawing/2014/main" id="{53D4065F-6814-B312-EABB-DA1FC9EEA886}"/>
              </a:ext>
            </a:extLst>
          </p:cNvPr>
          <p:cNvGrpSpPr/>
          <p:nvPr/>
        </p:nvGrpSpPr>
        <p:grpSpPr>
          <a:xfrm>
            <a:off x="1543535" y="1030190"/>
            <a:ext cx="8473300" cy="4791793"/>
            <a:chOff x="1543535" y="1030190"/>
            <a:chExt cx="8473300" cy="4791793"/>
          </a:xfrm>
        </p:grpSpPr>
        <p:grpSp>
          <p:nvGrpSpPr>
            <p:cNvPr id="160" name="Group 159">
              <a:extLst>
                <a:ext uri="{FF2B5EF4-FFF2-40B4-BE49-F238E27FC236}">
                  <a16:creationId xmlns:a16="http://schemas.microsoft.com/office/drawing/2014/main" id="{4F5EB37A-9251-16E2-8991-86764914674F}"/>
                </a:ext>
              </a:extLst>
            </p:cNvPr>
            <p:cNvGrpSpPr/>
            <p:nvPr/>
          </p:nvGrpSpPr>
          <p:grpSpPr>
            <a:xfrm>
              <a:off x="1543535" y="1158131"/>
              <a:ext cx="2363263" cy="4174948"/>
              <a:chOff x="1543535" y="1158131"/>
              <a:chExt cx="2363263" cy="4174948"/>
            </a:xfrm>
          </p:grpSpPr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E6CEDC91-22FC-5500-A822-57E8E913343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48896" y="3251193"/>
                <a:ext cx="19580" cy="2059027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8D62165B-F4E7-40F8-71EC-EE8D514C461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874216" y="3251193"/>
                <a:ext cx="865991" cy="203269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8B5FA563-8826-CADA-4BFD-EBCD1631C5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40207" y="3257820"/>
                <a:ext cx="962017" cy="2039231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9" name="Cube 78">
                <a:extLst>
                  <a:ext uri="{FF2B5EF4-FFF2-40B4-BE49-F238E27FC236}">
                    <a16:creationId xmlns:a16="http://schemas.microsoft.com/office/drawing/2014/main" id="{93A09C0B-5882-336E-8645-3FA3B04D4889}"/>
                  </a:ext>
                </a:extLst>
              </p:cNvPr>
              <p:cNvSpPr/>
              <p:nvPr/>
            </p:nvSpPr>
            <p:spPr>
              <a:xfrm>
                <a:off x="1543535" y="2929458"/>
                <a:ext cx="2363263" cy="779408"/>
              </a:xfrm>
              <a:prstGeom prst="cube">
                <a:avLst>
                  <a:gd name="adj" fmla="val 75680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40F6A29A-2AE7-604A-C79F-36D56B28B1B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29948" y="1158131"/>
                <a:ext cx="1988" cy="2043532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3F025064-05FE-DC40-437A-FAF7DC7B3BB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711695" y="5283486"/>
                <a:ext cx="108232" cy="45719"/>
              </a:xfrm>
              <a:prstGeom prst="ellipse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1BAD0606-948C-D8D7-4F4F-9FA250BDC90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648108" y="5287360"/>
                <a:ext cx="108232" cy="45719"/>
              </a:xfrm>
              <a:prstGeom prst="ellipse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F41E8C72-C80A-ADE5-4908-59A95083A38F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V="1">
                <a:off x="1813638" y="5254488"/>
                <a:ext cx="108232" cy="67170"/>
              </a:xfrm>
              <a:prstGeom prst="ellipse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DD5DDC8E-10A1-C366-8091-1559F94E3FB2}"/>
                </a:ext>
              </a:extLst>
            </p:cNvPr>
            <p:cNvGrpSpPr/>
            <p:nvPr/>
          </p:nvGrpSpPr>
          <p:grpSpPr>
            <a:xfrm>
              <a:off x="4078674" y="1172408"/>
              <a:ext cx="2495911" cy="4267587"/>
              <a:chOff x="4799113" y="1172408"/>
              <a:chExt cx="2495911" cy="4267587"/>
            </a:xfrm>
          </p:grpSpPr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0FA7D3C1-1ADB-1F21-E842-9CC819ACE7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04474" y="3265470"/>
                <a:ext cx="19580" cy="2059027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136E3190-BF9D-ECB1-2549-2D71C270BFF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129794" y="3265470"/>
                <a:ext cx="865991" cy="203269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2392D055-FBEE-A8FD-BF9B-4FCAB106B4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95785" y="3272097"/>
                <a:ext cx="962017" cy="2039231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Connector 103">
                <a:extLst>
                  <a:ext uri="{FF2B5EF4-FFF2-40B4-BE49-F238E27FC236}">
                    <a16:creationId xmlns:a16="http://schemas.microsoft.com/office/drawing/2014/main" id="{0EB1BD25-C563-C629-9E22-052EA7ED2A96}"/>
                  </a:ext>
                </a:extLst>
              </p:cNvPr>
              <p:cNvCxnSpPr/>
              <p:nvPr/>
            </p:nvCxnSpPr>
            <p:spPr>
              <a:xfrm>
                <a:off x="5988980" y="3319162"/>
                <a:ext cx="241590" cy="1999587"/>
              </a:xfrm>
              <a:prstGeom prst="line">
                <a:avLst/>
              </a:prstGeom>
              <a:ln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Connector 104">
                <a:extLst>
                  <a:ext uri="{FF2B5EF4-FFF2-40B4-BE49-F238E27FC236}">
                    <a16:creationId xmlns:a16="http://schemas.microsoft.com/office/drawing/2014/main" id="{A522AF4B-A85B-DC8C-6717-DCBD2A0467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84640" y="3284455"/>
                <a:ext cx="1175092" cy="1998799"/>
              </a:xfrm>
              <a:prstGeom prst="line">
                <a:avLst/>
              </a:prstGeom>
              <a:ln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>
                <a:extLst>
                  <a:ext uri="{FF2B5EF4-FFF2-40B4-BE49-F238E27FC236}">
                    <a16:creationId xmlns:a16="http://schemas.microsoft.com/office/drawing/2014/main" id="{99E02346-0F53-0B82-7E30-4B8F69B96C2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00360" y="3260516"/>
                <a:ext cx="688547" cy="2037652"/>
              </a:xfrm>
              <a:prstGeom prst="line">
                <a:avLst/>
              </a:prstGeom>
              <a:ln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7" name="Cube 106">
                <a:extLst>
                  <a:ext uri="{FF2B5EF4-FFF2-40B4-BE49-F238E27FC236}">
                    <a16:creationId xmlns:a16="http://schemas.microsoft.com/office/drawing/2014/main" id="{F7369EEB-2AED-7CD6-AA3B-3E42A561146B}"/>
                  </a:ext>
                </a:extLst>
              </p:cNvPr>
              <p:cNvSpPr/>
              <p:nvPr/>
            </p:nvSpPr>
            <p:spPr>
              <a:xfrm>
                <a:off x="4799113" y="2943735"/>
                <a:ext cx="2363263" cy="779408"/>
              </a:xfrm>
              <a:prstGeom prst="cube">
                <a:avLst>
                  <a:gd name="adj" fmla="val 75680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8" name="Straight Connector 107">
                <a:extLst>
                  <a:ext uri="{FF2B5EF4-FFF2-40B4-BE49-F238E27FC236}">
                    <a16:creationId xmlns:a16="http://schemas.microsoft.com/office/drawing/2014/main" id="{D5576FD3-AFF0-C024-9C25-85940795D0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85526" y="1172408"/>
                <a:ext cx="1988" cy="2043532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BE7D32BE-5040-F813-EE61-9E14CC303C04}"/>
                  </a:ext>
                </a:extLst>
              </p:cNvPr>
              <p:cNvCxnSpPr/>
              <p:nvPr/>
            </p:nvCxnSpPr>
            <p:spPr>
              <a:xfrm>
                <a:off x="5754195" y="1216353"/>
                <a:ext cx="241590" cy="1999587"/>
              </a:xfrm>
              <a:prstGeom prst="line">
                <a:avLst/>
              </a:prstGeom>
              <a:ln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4" name="Oval 113">
                <a:extLst>
                  <a:ext uri="{FF2B5EF4-FFF2-40B4-BE49-F238E27FC236}">
                    <a16:creationId xmlns:a16="http://schemas.microsoft.com/office/drawing/2014/main" id="{09FC12D1-3170-1E67-7474-39B49E8B04F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967273" y="5297763"/>
                <a:ext cx="108232" cy="45719"/>
              </a:xfrm>
              <a:prstGeom prst="ellipse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5" name="Oval 114">
                <a:extLst>
                  <a:ext uri="{FF2B5EF4-FFF2-40B4-BE49-F238E27FC236}">
                    <a16:creationId xmlns:a16="http://schemas.microsoft.com/office/drawing/2014/main" id="{8B8C3052-FE40-EAA4-5603-B86E7A1EC60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903686" y="5301637"/>
                <a:ext cx="108232" cy="45719"/>
              </a:xfrm>
              <a:prstGeom prst="ellipse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6" name="Oval 115">
                <a:extLst>
                  <a:ext uri="{FF2B5EF4-FFF2-40B4-BE49-F238E27FC236}">
                    <a16:creationId xmlns:a16="http://schemas.microsoft.com/office/drawing/2014/main" id="{A5CDA279-3348-1A5F-BF54-74BC5FFD77D6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V="1">
                <a:off x="5069216" y="5268765"/>
                <a:ext cx="108232" cy="67170"/>
              </a:xfrm>
              <a:prstGeom prst="ellipse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C5F72947-8C2F-E315-059D-6EB212F1B403}"/>
                  </a:ext>
                </a:extLst>
              </p:cNvPr>
              <p:cNvSpPr txBox="1"/>
              <p:nvPr/>
            </p:nvSpPr>
            <p:spPr>
              <a:xfrm>
                <a:off x="6111233" y="5162996"/>
                <a:ext cx="25199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x</a:t>
                </a:r>
              </a:p>
            </p:txBody>
          </p:sp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254BC996-237E-5303-05CD-01197D4E08D3}"/>
                  </a:ext>
                </a:extLst>
              </p:cNvPr>
              <p:cNvSpPr txBox="1"/>
              <p:nvPr/>
            </p:nvSpPr>
            <p:spPr>
              <a:xfrm>
                <a:off x="5177120" y="5141167"/>
                <a:ext cx="25199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x</a:t>
                </a:r>
              </a:p>
            </p:txBody>
          </p:sp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99BB1E7D-8F33-A1E2-B24F-7874CE2388D7}"/>
                  </a:ext>
                </a:extLst>
              </p:cNvPr>
              <p:cNvSpPr txBox="1"/>
              <p:nvPr/>
            </p:nvSpPr>
            <p:spPr>
              <a:xfrm>
                <a:off x="7043032" y="5127667"/>
                <a:ext cx="25199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x</a:t>
                </a:r>
              </a:p>
            </p:txBody>
          </p:sp>
        </p:grpSp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0977A05D-AD99-8B20-D216-F43684CCADB1}"/>
                </a:ext>
              </a:extLst>
            </p:cNvPr>
            <p:cNvGrpSpPr/>
            <p:nvPr/>
          </p:nvGrpSpPr>
          <p:grpSpPr>
            <a:xfrm>
              <a:off x="6830418" y="1030190"/>
              <a:ext cx="2708606" cy="4481738"/>
              <a:chOff x="8340565" y="1030190"/>
              <a:chExt cx="2708606" cy="4481738"/>
            </a:xfrm>
          </p:grpSpPr>
          <p:cxnSp>
            <p:nvCxnSpPr>
              <p:cNvPr id="120" name="Straight Connector 119">
                <a:extLst>
                  <a:ext uri="{FF2B5EF4-FFF2-40B4-BE49-F238E27FC236}">
                    <a16:creationId xmlns:a16="http://schemas.microsoft.com/office/drawing/2014/main" id="{AC31C3E4-1C8A-7FCE-72F0-B99DF3E7B1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46036" y="3279747"/>
                <a:ext cx="19580" cy="2059027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Straight Connector 120">
                <a:extLst>
                  <a:ext uri="{FF2B5EF4-FFF2-40B4-BE49-F238E27FC236}">
                    <a16:creationId xmlns:a16="http://schemas.microsoft.com/office/drawing/2014/main" id="{3619044D-5FF4-4AE3-EA69-5A45E23CBC7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771356" y="3279747"/>
                <a:ext cx="865991" cy="203269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2" name="Oval 121">
                <a:extLst>
                  <a:ext uri="{FF2B5EF4-FFF2-40B4-BE49-F238E27FC236}">
                    <a16:creationId xmlns:a16="http://schemas.microsoft.com/office/drawing/2014/main" id="{4A00F3E8-EE6C-7634-BF5C-360A50946E37}"/>
                  </a:ext>
                </a:extLst>
              </p:cNvPr>
              <p:cNvSpPr/>
              <p:nvPr/>
            </p:nvSpPr>
            <p:spPr>
              <a:xfrm>
                <a:off x="9266607" y="5169110"/>
                <a:ext cx="811562" cy="342818"/>
              </a:xfrm>
              <a:prstGeom prst="ellipse">
                <a:avLst/>
              </a:prstGeom>
              <a:noFill/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23" name="Straight Connector 122">
                <a:extLst>
                  <a:ext uri="{FF2B5EF4-FFF2-40B4-BE49-F238E27FC236}">
                    <a16:creationId xmlns:a16="http://schemas.microsoft.com/office/drawing/2014/main" id="{DC40B072-2BAC-B73F-5F10-8C90723D13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30688" y="3255744"/>
                <a:ext cx="447481" cy="2084775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>
                <a:extLst>
                  <a:ext uri="{FF2B5EF4-FFF2-40B4-BE49-F238E27FC236}">
                    <a16:creationId xmlns:a16="http://schemas.microsoft.com/office/drawing/2014/main" id="{69CE2725-2A28-BC40-91DE-EDB7F5F6478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262797" y="3268914"/>
                <a:ext cx="364081" cy="2071605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BFD3D43F-D2E7-0EE2-E527-E3ADD6482F83}"/>
                  </a:ext>
                </a:extLst>
              </p:cNvPr>
              <p:cNvSpPr/>
              <p:nvPr/>
            </p:nvSpPr>
            <p:spPr>
              <a:xfrm>
                <a:off x="8340565" y="5169110"/>
                <a:ext cx="811562" cy="342818"/>
              </a:xfrm>
              <a:prstGeom prst="ellipse">
                <a:avLst/>
              </a:prstGeom>
              <a:noFill/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26" name="Straight Connector 125">
                <a:extLst>
                  <a:ext uri="{FF2B5EF4-FFF2-40B4-BE49-F238E27FC236}">
                    <a16:creationId xmlns:a16="http://schemas.microsoft.com/office/drawing/2014/main" id="{76F9A79D-51B5-6E69-CBB2-C516A0E7047C}"/>
                  </a:ext>
                </a:extLst>
              </p:cNvPr>
              <p:cNvCxnSpPr>
                <a:cxnSpLocks/>
                <a:endCxn id="125" idx="6"/>
              </p:cNvCxnSpPr>
              <p:nvPr/>
            </p:nvCxnSpPr>
            <p:spPr>
              <a:xfrm flipH="1">
                <a:off x="9152127" y="3268913"/>
                <a:ext cx="487260" cy="2071606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Connector 126">
                <a:extLst>
                  <a:ext uri="{FF2B5EF4-FFF2-40B4-BE49-F238E27FC236}">
                    <a16:creationId xmlns:a16="http://schemas.microsoft.com/office/drawing/2014/main" id="{7A13FD12-8808-6B27-AE48-064302F92CC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340565" y="3286375"/>
                <a:ext cx="1283318" cy="2054144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8" name="Oval 127">
                <a:extLst>
                  <a:ext uri="{FF2B5EF4-FFF2-40B4-BE49-F238E27FC236}">
                    <a16:creationId xmlns:a16="http://schemas.microsoft.com/office/drawing/2014/main" id="{6A8644F2-3A7E-F805-DEBC-3CB4A4D2F530}"/>
                  </a:ext>
                </a:extLst>
              </p:cNvPr>
              <p:cNvSpPr/>
              <p:nvPr/>
            </p:nvSpPr>
            <p:spPr>
              <a:xfrm flipH="1">
                <a:off x="10237609" y="5154196"/>
                <a:ext cx="811562" cy="342818"/>
              </a:xfrm>
              <a:prstGeom prst="ellipse">
                <a:avLst/>
              </a:prstGeom>
              <a:noFill/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29" name="Straight Connector 128">
                <a:extLst>
                  <a:ext uri="{FF2B5EF4-FFF2-40B4-BE49-F238E27FC236}">
                    <a16:creationId xmlns:a16="http://schemas.microsoft.com/office/drawing/2014/main" id="{130DEFE3-D1EA-6060-A29C-4ED01A491F15}"/>
                  </a:ext>
                </a:extLst>
              </p:cNvPr>
              <p:cNvCxnSpPr>
                <a:cxnSpLocks/>
                <a:endCxn id="128" idx="6"/>
              </p:cNvCxnSpPr>
              <p:nvPr/>
            </p:nvCxnSpPr>
            <p:spPr>
              <a:xfrm>
                <a:off x="9643717" y="3268913"/>
                <a:ext cx="593892" cy="2056692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Connector 129">
                <a:extLst>
                  <a:ext uri="{FF2B5EF4-FFF2-40B4-BE49-F238E27FC236}">
                    <a16:creationId xmlns:a16="http://schemas.microsoft.com/office/drawing/2014/main" id="{CADF37CD-408B-744A-FF5F-B1F443B0B8F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43717" y="3268912"/>
                <a:ext cx="1405454" cy="2056693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Straight Connector 130">
                <a:extLst>
                  <a:ext uri="{FF2B5EF4-FFF2-40B4-BE49-F238E27FC236}">
                    <a16:creationId xmlns:a16="http://schemas.microsoft.com/office/drawing/2014/main" id="{3539E770-85E4-3EED-40C9-313E29BBFED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37347" y="3286374"/>
                <a:ext cx="962017" cy="2039231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>
                <a:extLst>
                  <a:ext uri="{FF2B5EF4-FFF2-40B4-BE49-F238E27FC236}">
                    <a16:creationId xmlns:a16="http://schemas.microsoft.com/office/drawing/2014/main" id="{8B6668B4-542B-7223-71C3-337DDFE92A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30542" y="3333439"/>
                <a:ext cx="241590" cy="1999587"/>
              </a:xfrm>
              <a:prstGeom prst="line">
                <a:avLst/>
              </a:prstGeom>
              <a:ln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>
                <a:extLst>
                  <a:ext uri="{FF2B5EF4-FFF2-40B4-BE49-F238E27FC236}">
                    <a16:creationId xmlns:a16="http://schemas.microsoft.com/office/drawing/2014/main" id="{67A42155-D85D-89F7-B706-A1706E11C0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26202" y="3298732"/>
                <a:ext cx="1175092" cy="1998799"/>
              </a:xfrm>
              <a:prstGeom prst="line">
                <a:avLst/>
              </a:prstGeom>
              <a:ln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>
                <a:extLst>
                  <a:ext uri="{FF2B5EF4-FFF2-40B4-BE49-F238E27FC236}">
                    <a16:creationId xmlns:a16="http://schemas.microsoft.com/office/drawing/2014/main" id="{0930B7CD-3ABA-ED22-3482-EEBA26B94B9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941922" y="3274793"/>
                <a:ext cx="688547" cy="2037652"/>
              </a:xfrm>
              <a:prstGeom prst="line">
                <a:avLst/>
              </a:prstGeom>
              <a:ln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5" name="Cube 134">
                <a:extLst>
                  <a:ext uri="{FF2B5EF4-FFF2-40B4-BE49-F238E27FC236}">
                    <a16:creationId xmlns:a16="http://schemas.microsoft.com/office/drawing/2014/main" id="{2D80F2C8-F5BA-60C6-EB3A-B94E9C4911CC}"/>
                  </a:ext>
                </a:extLst>
              </p:cNvPr>
              <p:cNvSpPr/>
              <p:nvPr/>
            </p:nvSpPr>
            <p:spPr>
              <a:xfrm>
                <a:off x="8440675" y="2958012"/>
                <a:ext cx="2363263" cy="779408"/>
              </a:xfrm>
              <a:prstGeom prst="cube">
                <a:avLst>
                  <a:gd name="adj" fmla="val 75680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36" name="Straight Connector 135">
                <a:extLst>
                  <a:ext uri="{FF2B5EF4-FFF2-40B4-BE49-F238E27FC236}">
                    <a16:creationId xmlns:a16="http://schemas.microsoft.com/office/drawing/2014/main" id="{BE90E9EB-6079-E076-2C51-A2FDCB908B2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27088" y="1186685"/>
                <a:ext cx="1988" cy="2043532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7" name="Group 136">
                <a:extLst>
                  <a:ext uri="{FF2B5EF4-FFF2-40B4-BE49-F238E27FC236}">
                    <a16:creationId xmlns:a16="http://schemas.microsoft.com/office/drawing/2014/main" id="{00A47143-49D8-3881-4796-482828DB5EE1}"/>
                  </a:ext>
                </a:extLst>
              </p:cNvPr>
              <p:cNvGrpSpPr/>
              <p:nvPr/>
            </p:nvGrpSpPr>
            <p:grpSpPr>
              <a:xfrm rot="10800000">
                <a:off x="9181967" y="1030190"/>
                <a:ext cx="811562" cy="2256184"/>
                <a:chOff x="7913008" y="2386612"/>
                <a:chExt cx="811562" cy="2256184"/>
              </a:xfrm>
            </p:grpSpPr>
            <p:sp>
              <p:nvSpPr>
                <p:cNvPr id="138" name="Oval 137">
                  <a:extLst>
                    <a:ext uri="{FF2B5EF4-FFF2-40B4-BE49-F238E27FC236}">
                      <a16:creationId xmlns:a16="http://schemas.microsoft.com/office/drawing/2014/main" id="{E1201B3B-856F-D936-7F1F-6BC33F216C93}"/>
                    </a:ext>
                  </a:extLst>
                </p:cNvPr>
                <p:cNvSpPr/>
                <p:nvPr/>
              </p:nvSpPr>
              <p:spPr>
                <a:xfrm>
                  <a:off x="7913008" y="4299978"/>
                  <a:ext cx="811562" cy="342818"/>
                </a:xfrm>
                <a:prstGeom prst="ellipse">
                  <a:avLst/>
                </a:prstGeom>
                <a:noFill/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139" name="Straight Connector 138">
                  <a:extLst>
                    <a:ext uri="{FF2B5EF4-FFF2-40B4-BE49-F238E27FC236}">
                      <a16:creationId xmlns:a16="http://schemas.microsoft.com/office/drawing/2014/main" id="{7C074052-C88C-2A03-E4CD-601623084915}"/>
                    </a:ext>
                  </a:extLst>
                </p:cNvPr>
                <p:cNvCxnSpPr>
                  <a:cxnSpLocks/>
                  <a:endCxn id="138" idx="6"/>
                </p:cNvCxnSpPr>
                <p:nvPr/>
              </p:nvCxnSpPr>
              <p:spPr>
                <a:xfrm>
                  <a:off x="8277089" y="2386612"/>
                  <a:ext cx="447481" cy="2084775"/>
                </a:xfrm>
                <a:prstGeom prst="line">
                  <a:avLst/>
                </a:prstGeom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0" name="Straight Connector 139">
                  <a:extLst>
                    <a:ext uri="{FF2B5EF4-FFF2-40B4-BE49-F238E27FC236}">
                      <a16:creationId xmlns:a16="http://schemas.microsoft.com/office/drawing/2014/main" id="{12BD4879-A554-82DC-9960-51EE9995A29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913008" y="2399782"/>
                  <a:ext cx="364081" cy="2071605"/>
                </a:xfrm>
                <a:prstGeom prst="line">
                  <a:avLst/>
                </a:prstGeom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41" name="Straight Connector 140">
                <a:extLst>
                  <a:ext uri="{FF2B5EF4-FFF2-40B4-BE49-F238E27FC236}">
                    <a16:creationId xmlns:a16="http://schemas.microsoft.com/office/drawing/2014/main" id="{D0274C6F-B9CD-B0AB-BA51-846C0A7D6E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95757" y="1230630"/>
                <a:ext cx="241590" cy="1999587"/>
              </a:xfrm>
              <a:prstGeom prst="line">
                <a:avLst/>
              </a:prstGeom>
              <a:ln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2" name="Oval 141">
                <a:extLst>
                  <a:ext uri="{FF2B5EF4-FFF2-40B4-BE49-F238E27FC236}">
                    <a16:creationId xmlns:a16="http://schemas.microsoft.com/office/drawing/2014/main" id="{E12C1E5E-36AE-8937-5547-5C6612C623F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608835" y="5312040"/>
                <a:ext cx="108232" cy="45719"/>
              </a:xfrm>
              <a:prstGeom prst="ellipse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3" name="Oval 142">
                <a:extLst>
                  <a:ext uri="{FF2B5EF4-FFF2-40B4-BE49-F238E27FC236}">
                    <a16:creationId xmlns:a16="http://schemas.microsoft.com/office/drawing/2014/main" id="{6A8D5781-2771-277E-6FBB-53A9BC9C741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545248" y="5315914"/>
                <a:ext cx="108232" cy="45719"/>
              </a:xfrm>
              <a:prstGeom prst="ellipse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4" name="Oval 143">
                <a:extLst>
                  <a:ext uri="{FF2B5EF4-FFF2-40B4-BE49-F238E27FC236}">
                    <a16:creationId xmlns:a16="http://schemas.microsoft.com/office/drawing/2014/main" id="{E8BE773C-5E22-3CF4-2E29-2ACBD89E45C2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V="1">
                <a:off x="8710778" y="5283042"/>
                <a:ext cx="108232" cy="67170"/>
              </a:xfrm>
              <a:prstGeom prst="ellipse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A163EF6F-0F53-602A-8F18-AFE21DE53EA6}"/>
                  </a:ext>
                </a:extLst>
              </p:cNvPr>
              <p:cNvSpPr txBox="1"/>
              <p:nvPr/>
            </p:nvSpPr>
            <p:spPr>
              <a:xfrm>
                <a:off x="9752795" y="5177273"/>
                <a:ext cx="25199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x</a:t>
                </a:r>
              </a:p>
            </p:txBody>
          </p:sp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9FDC3D21-9AE9-40F4-AC00-9C26010E44D1}"/>
                  </a:ext>
                </a:extLst>
              </p:cNvPr>
              <p:cNvSpPr txBox="1"/>
              <p:nvPr/>
            </p:nvSpPr>
            <p:spPr>
              <a:xfrm>
                <a:off x="8818682" y="5155444"/>
                <a:ext cx="25199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x</a:t>
                </a:r>
              </a:p>
            </p:txBody>
          </p:sp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F2F821FF-572D-79B0-BCBD-961B85E9F9AF}"/>
                  </a:ext>
                </a:extLst>
              </p:cNvPr>
              <p:cNvSpPr txBox="1"/>
              <p:nvPr/>
            </p:nvSpPr>
            <p:spPr>
              <a:xfrm>
                <a:off x="10684594" y="5141944"/>
                <a:ext cx="25199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x</a:t>
                </a:r>
              </a:p>
            </p:txBody>
          </p:sp>
        </p:grp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1173FC86-5615-F464-F6E7-F2FEA0136CC1}"/>
                </a:ext>
              </a:extLst>
            </p:cNvPr>
            <p:cNvSpPr txBox="1"/>
            <p:nvPr/>
          </p:nvSpPr>
          <p:spPr>
            <a:xfrm>
              <a:off x="2277686" y="5452651"/>
              <a:ext cx="77391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SAD                                              beam tilt                        convergent beam diffraction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836761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377</TotalTime>
  <Words>12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Duscher, Gerd J</dc:creator>
  <cp:lastModifiedBy>Duscher, Gerd J</cp:lastModifiedBy>
  <cp:revision>1</cp:revision>
  <dcterms:created xsi:type="dcterms:W3CDTF">2024-05-17T14:11:21Z</dcterms:created>
  <dcterms:modified xsi:type="dcterms:W3CDTF">2024-05-17T20:28:24Z</dcterms:modified>
</cp:coreProperties>
</file>